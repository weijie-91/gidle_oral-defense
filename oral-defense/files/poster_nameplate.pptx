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4" r:id="rId2"/>
    <p:sldId id="276" r:id="rId3"/>
    <p:sldId id="273" r:id="rId4"/>
    <p:sldId id="277" r:id="rId5"/>
    <p:sldId id="275" r:id="rId6"/>
    <p:sldId id="278" r:id="rId7"/>
    <p:sldId id="279" r:id="rId8"/>
  </p:sldIdLst>
  <p:sldSz cx="7559675" cy="10691813"/>
  <p:notesSz cx="6858000" cy="9144000"/>
  <p:defaultTextStyle>
    <a:defPPr>
      <a:defRPr lang="zh-TW"/>
    </a:defPPr>
    <a:lvl1pPr marL="0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1pPr>
    <a:lvl2pPr marL="497754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2pPr>
    <a:lvl3pPr marL="995507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3pPr>
    <a:lvl4pPr marL="1493261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4pPr>
    <a:lvl5pPr marL="199101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5pPr>
    <a:lvl6pPr marL="2488768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6pPr>
    <a:lvl7pPr marL="2986522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7pPr>
    <a:lvl8pPr marL="3484275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8pPr>
    <a:lvl9pPr marL="3982029" algn="l" defTabSz="995507" rtl="0" eaLnBrk="1" latinLnBrk="0" hangingPunct="1">
      <a:defRPr sz="19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4F07"/>
    <a:srgbClr val="7C6A0A"/>
    <a:srgbClr val="FDC921"/>
    <a:srgbClr val="99D6EA"/>
    <a:srgbClr val="6798C0"/>
    <a:srgbClr val="FDD85D"/>
    <a:srgbClr val="C5C8A0"/>
    <a:srgbClr val="BABD8D"/>
    <a:srgbClr val="328894"/>
    <a:srgbClr val="005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72" d="100"/>
          <a:sy n="72" d="100"/>
        </p:scale>
        <p:origin x="312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875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52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910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17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3561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18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1413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0171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13139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61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618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F7D14B-101C-451A-8280-2E1CA37FA0E7}" type="datetimeFigureOut">
              <a:rPr lang="zh-TW" altLang="en-US" smtClean="0"/>
              <a:t>2026/1/30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0100B-7FDC-4D09-B74E-573B9AC46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516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90F4F731-20CB-48FD-8A8E-AF9EAFB03ED5}"/>
              </a:ext>
            </a:extLst>
          </p:cNvPr>
          <p:cNvGrpSpPr/>
          <p:nvPr/>
        </p:nvGrpSpPr>
        <p:grpSpPr>
          <a:xfrm>
            <a:off x="1090172" y="5463730"/>
            <a:ext cx="5389664" cy="2421761"/>
            <a:chOff x="1090172" y="5463730"/>
            <a:chExt cx="5389664" cy="2421761"/>
          </a:xfrm>
        </p:grpSpPr>
        <p:sp>
          <p:nvSpPr>
            <p:cNvPr id="11" name="文字方塊 10"/>
            <p:cNvSpPr txBox="1"/>
            <p:nvPr/>
          </p:nvSpPr>
          <p:spPr>
            <a:xfrm>
              <a:off x="1322326" y="7331493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國立臺灣科技大學 數位學習與教育研究所</a:t>
              </a:r>
            </a:p>
            <a:p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Graduate Institute of Digital Learning and Education, NTUST</a:t>
              </a: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1090172" y="5836044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王嘉瑜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715F7F60-1509-4211-9397-A88F4D2B2572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65" name="圓角矩形 2">
                <a:extLst>
                  <a:ext uri="{FF2B5EF4-FFF2-40B4-BE49-F238E27FC236}">
                    <a16:creationId xmlns:a16="http://schemas.microsoft.com/office/drawing/2014/main" id="{A011F4F6-6577-4B29-81E5-2D24C211B48C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4A5A1E8-C19D-45A8-BD3A-FC045F64FDB7}"/>
                  </a:ext>
                </a:extLst>
              </p:cNvPr>
              <p:cNvSpPr txBox="1"/>
              <p:nvPr/>
            </p:nvSpPr>
            <p:spPr>
              <a:xfrm>
                <a:off x="1301607" y="5500937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  <p:sp>
        <p:nvSpPr>
          <p:cNvPr id="9" name="矩形 8"/>
          <p:cNvSpPr/>
          <p:nvPr/>
        </p:nvSpPr>
        <p:spPr>
          <a:xfrm>
            <a:off x="1079837" y="5342213"/>
            <a:ext cx="5400000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079837" y="2669170"/>
            <a:ext cx="5400000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D02DF5EE-D4A3-42A5-B53F-43C5A689CA5D}"/>
              </a:ext>
            </a:extLst>
          </p:cNvPr>
          <p:cNvGrpSpPr/>
          <p:nvPr/>
        </p:nvGrpSpPr>
        <p:grpSpPr>
          <a:xfrm>
            <a:off x="1079837" y="7069566"/>
            <a:ext cx="5400000" cy="158599"/>
            <a:chOff x="1079837" y="7069566"/>
            <a:chExt cx="5400000" cy="158599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DC6F333-D926-4459-BE05-E351E1809209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solidFill>
              <a:srgbClr val="6798C0"/>
            </a:solidFill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平行四邊形 61">
              <a:extLst>
                <a:ext uri="{FF2B5EF4-FFF2-40B4-BE49-F238E27FC236}">
                  <a16:creationId xmlns:a16="http://schemas.microsoft.com/office/drawing/2014/main" id="{8BEB5058-DC1C-4FCD-83DF-4FDFDFC83B39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3" name="平行四邊形 62">
              <a:extLst>
                <a:ext uri="{FF2B5EF4-FFF2-40B4-BE49-F238E27FC236}">
                  <a16:creationId xmlns:a16="http://schemas.microsoft.com/office/drawing/2014/main" id="{5BB94853-82B9-4D43-BA03-9A8E598CF25B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8E2B2B18-9E8E-4E53-BAB4-565498F17D27}"/>
              </a:ext>
            </a:extLst>
          </p:cNvPr>
          <p:cNvGrpSpPr/>
          <p:nvPr/>
        </p:nvGrpSpPr>
        <p:grpSpPr>
          <a:xfrm rot="10800000">
            <a:off x="1085311" y="3410555"/>
            <a:ext cx="5400000" cy="158599"/>
            <a:chOff x="1079837" y="7069566"/>
            <a:chExt cx="5400000" cy="158599"/>
          </a:xfrm>
          <a:solidFill>
            <a:srgbClr val="6798C0"/>
          </a:solidFill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39CEDEA-418C-443F-90B0-1049F4C329AD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grpFill/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4" name="平行四邊形 53">
              <a:extLst>
                <a:ext uri="{FF2B5EF4-FFF2-40B4-BE49-F238E27FC236}">
                  <a16:creationId xmlns:a16="http://schemas.microsoft.com/office/drawing/2014/main" id="{B5711FEC-7EAA-472B-BB45-A9B0DCA92B35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3" name="平行四邊形 52">
              <a:extLst>
                <a:ext uri="{FF2B5EF4-FFF2-40B4-BE49-F238E27FC236}">
                  <a16:creationId xmlns:a16="http://schemas.microsoft.com/office/drawing/2014/main" id="{C9121F08-A317-468F-9A84-F61C6321CE7C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BCAB3325-EF69-4A01-A7C4-238A1709BAC7}"/>
              </a:ext>
            </a:extLst>
          </p:cNvPr>
          <p:cNvGrpSpPr/>
          <p:nvPr/>
        </p:nvGrpSpPr>
        <p:grpSpPr>
          <a:xfrm rot="10800000">
            <a:off x="1081412" y="2789401"/>
            <a:ext cx="5389664" cy="2423046"/>
            <a:chOff x="1090172" y="5463730"/>
            <a:chExt cx="5389664" cy="2423046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56B35CE6-4F18-4B33-9512-07038936FF85}"/>
                </a:ext>
              </a:extLst>
            </p:cNvPr>
            <p:cNvSpPr txBox="1"/>
            <p:nvPr/>
          </p:nvSpPr>
          <p:spPr>
            <a:xfrm>
              <a:off x="1322327" y="7332778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國立臺灣科技大學 數位學習與教育研究所</a:t>
              </a:r>
            </a:p>
            <a:p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Graduate Institute of Digital Learning and Education, NTUST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63244826-9543-4255-8013-44A74998BC70}"/>
                </a:ext>
              </a:extLst>
            </p:cNvPr>
            <p:cNvSpPr txBox="1"/>
            <p:nvPr/>
          </p:nvSpPr>
          <p:spPr>
            <a:xfrm>
              <a:off x="1090172" y="5897599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王嘉瑜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7537422F-8E6E-43AF-924F-FEDFCF403C64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35" name="圓角矩形 2">
                <a:extLst>
                  <a:ext uri="{FF2B5EF4-FFF2-40B4-BE49-F238E27FC236}">
                    <a16:creationId xmlns:a16="http://schemas.microsoft.com/office/drawing/2014/main" id="{3B757584-E0F5-4222-A077-5C6EFE841B7B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E6AC735C-0D02-42D7-A3CD-80378F7BE4CE}"/>
                  </a:ext>
                </a:extLst>
              </p:cNvPr>
              <p:cNvSpPr txBox="1"/>
              <p:nvPr/>
            </p:nvSpPr>
            <p:spPr>
              <a:xfrm>
                <a:off x="1301607" y="5501632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B343C9F1-3752-2536-645C-71FA29622285}"/>
              </a:ext>
            </a:extLst>
          </p:cNvPr>
          <p:cNvSpPr txBox="1"/>
          <p:nvPr/>
        </p:nvSpPr>
        <p:spPr>
          <a:xfrm>
            <a:off x="-645459" y="1380565"/>
            <a:ext cx="240772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1815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36D14-94F6-19C9-8E62-8679B771F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682EC501-9547-D28B-340A-AB877D65F900}"/>
              </a:ext>
            </a:extLst>
          </p:cNvPr>
          <p:cNvGrpSpPr/>
          <p:nvPr/>
        </p:nvGrpSpPr>
        <p:grpSpPr>
          <a:xfrm>
            <a:off x="205984" y="5463730"/>
            <a:ext cx="7171764" cy="2426470"/>
            <a:chOff x="1090172" y="5463730"/>
            <a:chExt cx="5389664" cy="2426470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354A485D-DD8F-A1F5-99C8-EBB36EF1536E}"/>
                </a:ext>
              </a:extLst>
            </p:cNvPr>
            <p:cNvSpPr txBox="1"/>
            <p:nvPr/>
          </p:nvSpPr>
          <p:spPr>
            <a:xfrm>
              <a:off x="1354376" y="7336202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國立臺灣科技大學 數位學習與教育研究所</a:t>
              </a:r>
            </a:p>
            <a:p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Graduate Institute of Digital Learning and Education, NTUST</a:t>
              </a: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6BEB4F8D-88AB-4828-A676-5143586335DD}"/>
                </a:ext>
              </a:extLst>
            </p:cNvPr>
            <p:cNvSpPr txBox="1"/>
            <p:nvPr/>
          </p:nvSpPr>
          <p:spPr>
            <a:xfrm>
              <a:off x="1090172" y="5836044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王嘉瑜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F8065B66-1244-C4B4-2113-D7D0A143B444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65" name="圓角矩形 2">
                <a:extLst>
                  <a:ext uri="{FF2B5EF4-FFF2-40B4-BE49-F238E27FC236}">
                    <a16:creationId xmlns:a16="http://schemas.microsoft.com/office/drawing/2014/main" id="{69FD6ECC-8663-3C1A-D020-B1C01A781C8D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F6CDB45-BA95-F579-FF81-371630A72358}"/>
                  </a:ext>
                </a:extLst>
              </p:cNvPr>
              <p:cNvSpPr txBox="1"/>
              <p:nvPr/>
            </p:nvSpPr>
            <p:spPr>
              <a:xfrm>
                <a:off x="1301607" y="5500937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0CA63C75-78DB-3AD3-3E66-5DC926D2E953}"/>
              </a:ext>
            </a:extLst>
          </p:cNvPr>
          <p:cNvSpPr/>
          <p:nvPr/>
        </p:nvSpPr>
        <p:spPr>
          <a:xfrm>
            <a:off x="193954" y="5342213"/>
            <a:ext cx="7185517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15DB8CF-3962-65B0-0B67-D3FB488C6116}"/>
              </a:ext>
            </a:extLst>
          </p:cNvPr>
          <p:cNvSpPr/>
          <p:nvPr/>
        </p:nvSpPr>
        <p:spPr>
          <a:xfrm>
            <a:off x="193954" y="2669170"/>
            <a:ext cx="7185517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1CF02BDF-EB59-A668-44EA-50071DC879CD}"/>
              </a:ext>
            </a:extLst>
          </p:cNvPr>
          <p:cNvGrpSpPr/>
          <p:nvPr/>
        </p:nvGrpSpPr>
        <p:grpSpPr>
          <a:xfrm>
            <a:off x="193954" y="7069566"/>
            <a:ext cx="7185517" cy="158599"/>
            <a:chOff x="1079837" y="7069566"/>
            <a:chExt cx="5400000" cy="158599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092E0236-1CB3-9A38-CEB4-71BC64C1C30B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solidFill>
              <a:srgbClr val="6798C0"/>
            </a:solidFill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平行四邊形 61">
              <a:extLst>
                <a:ext uri="{FF2B5EF4-FFF2-40B4-BE49-F238E27FC236}">
                  <a16:creationId xmlns:a16="http://schemas.microsoft.com/office/drawing/2014/main" id="{AF58D62C-B644-6D64-34F2-7A83C712A39F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3" name="平行四邊形 62">
              <a:extLst>
                <a:ext uri="{FF2B5EF4-FFF2-40B4-BE49-F238E27FC236}">
                  <a16:creationId xmlns:a16="http://schemas.microsoft.com/office/drawing/2014/main" id="{7878FA62-E51D-8FD6-69E4-EFF9EBDD5289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7C6479B9-7BD4-2BAD-8D91-C2DE34C8B6CA}"/>
              </a:ext>
            </a:extLst>
          </p:cNvPr>
          <p:cNvGrpSpPr/>
          <p:nvPr/>
        </p:nvGrpSpPr>
        <p:grpSpPr>
          <a:xfrm rot="10800000">
            <a:off x="199428" y="3410551"/>
            <a:ext cx="7185517" cy="158599"/>
            <a:chOff x="1079837" y="7069566"/>
            <a:chExt cx="5400000" cy="158599"/>
          </a:xfrm>
          <a:solidFill>
            <a:srgbClr val="6798C0"/>
          </a:solidFill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8E312B37-BC81-0CAC-BA47-721F0B4A0711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grpFill/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4" name="平行四邊形 53">
              <a:extLst>
                <a:ext uri="{FF2B5EF4-FFF2-40B4-BE49-F238E27FC236}">
                  <a16:creationId xmlns:a16="http://schemas.microsoft.com/office/drawing/2014/main" id="{610B0DD6-0FCD-7F1B-31B3-1B2C6D323693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3" name="平行四邊形 52">
              <a:extLst>
                <a:ext uri="{FF2B5EF4-FFF2-40B4-BE49-F238E27FC236}">
                  <a16:creationId xmlns:a16="http://schemas.microsoft.com/office/drawing/2014/main" id="{57CCD28B-2BFE-C9A5-3873-E6ACCA574286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BEB262C5-E5F4-AAE2-E08C-787DD5F18C52}"/>
              </a:ext>
            </a:extLst>
          </p:cNvPr>
          <p:cNvGrpSpPr/>
          <p:nvPr/>
        </p:nvGrpSpPr>
        <p:grpSpPr>
          <a:xfrm rot="10800000">
            <a:off x="197224" y="2845088"/>
            <a:ext cx="7171764" cy="2367359"/>
            <a:chOff x="1090172" y="5463730"/>
            <a:chExt cx="5389664" cy="2367359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53773E2E-EAB4-E9CC-8177-6000F74B32A5}"/>
                </a:ext>
              </a:extLst>
            </p:cNvPr>
            <p:cNvSpPr txBox="1"/>
            <p:nvPr/>
          </p:nvSpPr>
          <p:spPr>
            <a:xfrm>
              <a:off x="1354376" y="7277091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國立臺灣科技大學 數位學習與教育研究所</a:t>
              </a:r>
            </a:p>
            <a:p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Graduate Institute of Digital Learning and Education, NTUST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589FB560-A3F8-34E2-D59F-2B4141E81BD0}"/>
                </a:ext>
              </a:extLst>
            </p:cNvPr>
            <p:cNvSpPr txBox="1"/>
            <p:nvPr/>
          </p:nvSpPr>
          <p:spPr>
            <a:xfrm>
              <a:off x="1090172" y="5897599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王嘉瑜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F3A3DA69-127B-6A6E-4256-EBCBAE318811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35" name="圓角矩形 2">
                <a:extLst>
                  <a:ext uri="{FF2B5EF4-FFF2-40B4-BE49-F238E27FC236}">
                    <a16:creationId xmlns:a16="http://schemas.microsoft.com/office/drawing/2014/main" id="{02D1C6CB-D8B4-2911-D739-1AE6553BA555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80E4A8CC-7C77-C58B-91F7-68B155318E9D}"/>
                  </a:ext>
                </a:extLst>
              </p:cNvPr>
              <p:cNvSpPr txBox="1"/>
              <p:nvPr/>
            </p:nvSpPr>
            <p:spPr>
              <a:xfrm>
                <a:off x="1301607" y="5501632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  <p:sp>
        <p:nvSpPr>
          <p:cNvPr id="2" name="文字方塊 1">
            <a:extLst>
              <a:ext uri="{FF2B5EF4-FFF2-40B4-BE49-F238E27FC236}">
                <a16:creationId xmlns:a16="http://schemas.microsoft.com/office/drawing/2014/main" id="{102B7570-CFE4-306C-AEDF-06E8AE394E4D}"/>
              </a:ext>
            </a:extLst>
          </p:cNvPr>
          <p:cNvSpPr txBox="1"/>
          <p:nvPr/>
        </p:nvSpPr>
        <p:spPr>
          <a:xfrm>
            <a:off x="-645459" y="1380565"/>
            <a:ext cx="240772" cy="393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 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85477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90F4F731-20CB-48FD-8A8E-AF9EAFB03ED5}"/>
              </a:ext>
            </a:extLst>
          </p:cNvPr>
          <p:cNvGrpSpPr/>
          <p:nvPr/>
        </p:nvGrpSpPr>
        <p:grpSpPr>
          <a:xfrm>
            <a:off x="1090172" y="5463730"/>
            <a:ext cx="5389664" cy="2444399"/>
            <a:chOff x="1090172" y="5463730"/>
            <a:chExt cx="5389664" cy="2444399"/>
          </a:xfrm>
        </p:grpSpPr>
        <p:sp>
          <p:nvSpPr>
            <p:cNvPr id="11" name="文字方塊 10"/>
            <p:cNvSpPr txBox="1"/>
            <p:nvPr/>
          </p:nvSpPr>
          <p:spPr>
            <a:xfrm>
              <a:off x="1321568" y="7354131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國立臺灣科技大學 數位學習與教育研究所</a:t>
              </a:r>
            </a:p>
            <a:p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Graduate Institute of Digital Learning and Education, NTUST</a:t>
              </a: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1090172" y="5836044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陳秀玲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715F7F60-1509-4211-9397-A88F4D2B2572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65" name="圓角矩形 2">
                <a:extLst>
                  <a:ext uri="{FF2B5EF4-FFF2-40B4-BE49-F238E27FC236}">
                    <a16:creationId xmlns:a16="http://schemas.microsoft.com/office/drawing/2014/main" id="{A011F4F6-6577-4B29-81E5-2D24C211B48C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4A5A1E8-C19D-45A8-BD3A-FC045F64FDB7}"/>
                  </a:ext>
                </a:extLst>
              </p:cNvPr>
              <p:cNvSpPr txBox="1"/>
              <p:nvPr/>
            </p:nvSpPr>
            <p:spPr>
              <a:xfrm>
                <a:off x="1301607" y="5500937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  <p:sp>
        <p:nvSpPr>
          <p:cNvPr id="9" name="矩形 8"/>
          <p:cNvSpPr/>
          <p:nvPr/>
        </p:nvSpPr>
        <p:spPr>
          <a:xfrm>
            <a:off x="1079837" y="5342213"/>
            <a:ext cx="5400000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079837" y="2669170"/>
            <a:ext cx="5400000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D02DF5EE-D4A3-42A5-B53F-43C5A689CA5D}"/>
              </a:ext>
            </a:extLst>
          </p:cNvPr>
          <p:cNvGrpSpPr/>
          <p:nvPr/>
        </p:nvGrpSpPr>
        <p:grpSpPr>
          <a:xfrm>
            <a:off x="1079837" y="7069566"/>
            <a:ext cx="5400000" cy="158599"/>
            <a:chOff x="1079837" y="7069566"/>
            <a:chExt cx="5400000" cy="158599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DC6F333-D926-4459-BE05-E351E1809209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solidFill>
              <a:srgbClr val="6798C0"/>
            </a:solidFill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平行四邊形 61">
              <a:extLst>
                <a:ext uri="{FF2B5EF4-FFF2-40B4-BE49-F238E27FC236}">
                  <a16:creationId xmlns:a16="http://schemas.microsoft.com/office/drawing/2014/main" id="{8BEB5058-DC1C-4FCD-83DF-4FDFDFC83B39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3" name="平行四邊形 62">
              <a:extLst>
                <a:ext uri="{FF2B5EF4-FFF2-40B4-BE49-F238E27FC236}">
                  <a16:creationId xmlns:a16="http://schemas.microsoft.com/office/drawing/2014/main" id="{5BB94853-82B9-4D43-BA03-9A8E598CF25B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8E2B2B18-9E8E-4E53-BAB4-565498F17D27}"/>
              </a:ext>
            </a:extLst>
          </p:cNvPr>
          <p:cNvGrpSpPr/>
          <p:nvPr/>
        </p:nvGrpSpPr>
        <p:grpSpPr>
          <a:xfrm rot="10800000">
            <a:off x="1085311" y="3410555"/>
            <a:ext cx="5400000" cy="158599"/>
            <a:chOff x="1079837" y="7069566"/>
            <a:chExt cx="5400000" cy="158599"/>
          </a:xfrm>
          <a:solidFill>
            <a:srgbClr val="6798C0"/>
          </a:solidFill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39CEDEA-418C-443F-90B0-1049F4C329AD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grpFill/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4" name="平行四邊形 53">
              <a:extLst>
                <a:ext uri="{FF2B5EF4-FFF2-40B4-BE49-F238E27FC236}">
                  <a16:creationId xmlns:a16="http://schemas.microsoft.com/office/drawing/2014/main" id="{B5711FEC-7EAA-472B-BB45-A9B0DCA92B35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3" name="平行四邊形 52">
              <a:extLst>
                <a:ext uri="{FF2B5EF4-FFF2-40B4-BE49-F238E27FC236}">
                  <a16:creationId xmlns:a16="http://schemas.microsoft.com/office/drawing/2014/main" id="{C9121F08-A317-468F-9A84-F61C6321CE7C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BCAB3325-EF69-4A01-A7C4-238A1709BAC7}"/>
              </a:ext>
            </a:extLst>
          </p:cNvPr>
          <p:cNvGrpSpPr/>
          <p:nvPr/>
        </p:nvGrpSpPr>
        <p:grpSpPr>
          <a:xfrm rot="10800000">
            <a:off x="1081412" y="2787819"/>
            <a:ext cx="5389664" cy="2424628"/>
            <a:chOff x="1090172" y="5463730"/>
            <a:chExt cx="5389664" cy="2424628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56B35CE6-4F18-4B33-9512-07038936FF85}"/>
                </a:ext>
              </a:extLst>
            </p:cNvPr>
            <p:cNvSpPr txBox="1"/>
            <p:nvPr/>
          </p:nvSpPr>
          <p:spPr>
            <a:xfrm>
              <a:off x="1322327" y="7334360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國立臺灣科技大學 數位學習與教育研究所</a:t>
              </a:r>
            </a:p>
            <a:p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Graduate Institute of Digital Learning and Education, NTUST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63244826-9543-4255-8013-44A74998BC70}"/>
                </a:ext>
              </a:extLst>
            </p:cNvPr>
            <p:cNvSpPr txBox="1"/>
            <p:nvPr/>
          </p:nvSpPr>
          <p:spPr>
            <a:xfrm>
              <a:off x="1090172" y="5836044"/>
              <a:ext cx="538966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陳秀玲</a:t>
              </a:r>
              <a:r>
                <a:rPr lang="zh-TW" altLang="en-US" sz="8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7537422F-8E6E-43AF-924F-FEDFCF403C64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35" name="圓角矩形 2">
                <a:extLst>
                  <a:ext uri="{FF2B5EF4-FFF2-40B4-BE49-F238E27FC236}">
                    <a16:creationId xmlns:a16="http://schemas.microsoft.com/office/drawing/2014/main" id="{3B757584-E0F5-4222-A077-5C6EFE841B7B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E6AC735C-0D02-42D7-A3CD-80378F7BE4CE}"/>
                  </a:ext>
                </a:extLst>
              </p:cNvPr>
              <p:cNvSpPr txBox="1"/>
              <p:nvPr/>
            </p:nvSpPr>
            <p:spPr>
              <a:xfrm>
                <a:off x="1301607" y="5501632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01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6459-5B39-46CD-1A7E-C4B0DCAA7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F604689F-AEC5-4E87-C73B-31226BB50B6B}"/>
              </a:ext>
            </a:extLst>
          </p:cNvPr>
          <p:cNvGrpSpPr/>
          <p:nvPr/>
        </p:nvGrpSpPr>
        <p:grpSpPr>
          <a:xfrm>
            <a:off x="188054" y="5463730"/>
            <a:ext cx="7171765" cy="2386427"/>
            <a:chOff x="1090172" y="5463730"/>
            <a:chExt cx="5389664" cy="2386427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680DE576-2947-2E97-32BA-D7201152FDFD}"/>
                </a:ext>
              </a:extLst>
            </p:cNvPr>
            <p:cNvSpPr txBox="1"/>
            <p:nvPr/>
          </p:nvSpPr>
          <p:spPr>
            <a:xfrm>
              <a:off x="1354376" y="7296159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國立臺灣科技大學 數位學習與教育研究所</a:t>
              </a:r>
            </a:p>
            <a:p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Graduate Institute of Digital Learning and Education, NTUST</a:t>
              </a: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EBC33208-964E-07F8-76A7-F23C9F06A0A4}"/>
                </a:ext>
              </a:extLst>
            </p:cNvPr>
            <p:cNvSpPr txBox="1"/>
            <p:nvPr/>
          </p:nvSpPr>
          <p:spPr>
            <a:xfrm>
              <a:off x="1090172" y="5836044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陳秀玲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7CD1409-1539-C9F0-A0AF-9F490AA2C85D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65" name="圓角矩形 2">
                <a:extLst>
                  <a:ext uri="{FF2B5EF4-FFF2-40B4-BE49-F238E27FC236}">
                    <a16:creationId xmlns:a16="http://schemas.microsoft.com/office/drawing/2014/main" id="{F359E4AA-330D-F28E-555C-FC066485C8F1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34EBFEE9-0EA3-F249-4490-C03B636BC19B}"/>
                  </a:ext>
                </a:extLst>
              </p:cNvPr>
              <p:cNvSpPr txBox="1"/>
              <p:nvPr/>
            </p:nvSpPr>
            <p:spPr>
              <a:xfrm>
                <a:off x="1301607" y="5500937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EC1E37AA-9A43-7843-74D8-A85E982FFC84}"/>
              </a:ext>
            </a:extLst>
          </p:cNvPr>
          <p:cNvSpPr/>
          <p:nvPr/>
        </p:nvSpPr>
        <p:spPr>
          <a:xfrm>
            <a:off x="175989" y="5342213"/>
            <a:ext cx="7185519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8190C95-6AE3-C0B4-5EBD-A956D8AB353F}"/>
              </a:ext>
            </a:extLst>
          </p:cNvPr>
          <p:cNvSpPr/>
          <p:nvPr/>
        </p:nvSpPr>
        <p:spPr>
          <a:xfrm>
            <a:off x="175989" y="2669170"/>
            <a:ext cx="7185519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EAE8DD5B-CBD3-3647-3BF7-471E06E63939}"/>
              </a:ext>
            </a:extLst>
          </p:cNvPr>
          <p:cNvGrpSpPr/>
          <p:nvPr/>
        </p:nvGrpSpPr>
        <p:grpSpPr>
          <a:xfrm>
            <a:off x="175989" y="7069566"/>
            <a:ext cx="7185519" cy="158599"/>
            <a:chOff x="1079837" y="7069566"/>
            <a:chExt cx="5400000" cy="158599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A4DAA9E-D335-BB11-32BE-26DD59FCFF8E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solidFill>
              <a:srgbClr val="6798C0"/>
            </a:solidFill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平行四邊形 61">
              <a:extLst>
                <a:ext uri="{FF2B5EF4-FFF2-40B4-BE49-F238E27FC236}">
                  <a16:creationId xmlns:a16="http://schemas.microsoft.com/office/drawing/2014/main" id="{EA0C18A9-2C6B-E05A-5974-4B9DC936B9D7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3" name="平行四邊形 62">
              <a:extLst>
                <a:ext uri="{FF2B5EF4-FFF2-40B4-BE49-F238E27FC236}">
                  <a16:creationId xmlns:a16="http://schemas.microsoft.com/office/drawing/2014/main" id="{B1D53240-60F4-DCE9-4C03-06A484E438CF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B45E1045-FC89-CC7D-66B0-5802357124D5}"/>
              </a:ext>
            </a:extLst>
          </p:cNvPr>
          <p:cNvGrpSpPr/>
          <p:nvPr/>
        </p:nvGrpSpPr>
        <p:grpSpPr>
          <a:xfrm rot="10800000">
            <a:off x="181462" y="3410551"/>
            <a:ext cx="7185519" cy="158599"/>
            <a:chOff x="1079837" y="7069566"/>
            <a:chExt cx="5400000" cy="158599"/>
          </a:xfrm>
          <a:solidFill>
            <a:srgbClr val="6798C0"/>
          </a:solidFill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463FEAE8-54E0-3F5E-9366-D8CACE4AC52C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grpFill/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4" name="平行四邊形 53">
              <a:extLst>
                <a:ext uri="{FF2B5EF4-FFF2-40B4-BE49-F238E27FC236}">
                  <a16:creationId xmlns:a16="http://schemas.microsoft.com/office/drawing/2014/main" id="{8327099B-145D-C5B7-E7DE-CE69EE70E1EC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3" name="平行四邊形 52">
              <a:extLst>
                <a:ext uri="{FF2B5EF4-FFF2-40B4-BE49-F238E27FC236}">
                  <a16:creationId xmlns:a16="http://schemas.microsoft.com/office/drawing/2014/main" id="{B7161B88-B947-4BDA-5137-B3152A2BF679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3BE1EBD9-023A-1EEF-FDEA-61992D74BE28}"/>
              </a:ext>
            </a:extLst>
          </p:cNvPr>
          <p:cNvGrpSpPr/>
          <p:nvPr/>
        </p:nvGrpSpPr>
        <p:grpSpPr>
          <a:xfrm rot="10800000">
            <a:off x="179293" y="2822556"/>
            <a:ext cx="7171765" cy="2389891"/>
            <a:chOff x="1090172" y="5463730"/>
            <a:chExt cx="5389664" cy="2389891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DC7234F6-46BC-E358-57D5-229A324834C3}"/>
                </a:ext>
              </a:extLst>
            </p:cNvPr>
            <p:cNvSpPr txBox="1"/>
            <p:nvPr/>
          </p:nvSpPr>
          <p:spPr>
            <a:xfrm>
              <a:off x="1301607" y="7299623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國立臺灣科技大學 數位學習與教育研究所</a:t>
              </a:r>
            </a:p>
            <a:p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Graduate Institute of Digital Learning and Education, NTUST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704351BA-50D6-F1EB-2AD5-212519A6446F}"/>
                </a:ext>
              </a:extLst>
            </p:cNvPr>
            <p:cNvSpPr txBox="1"/>
            <p:nvPr/>
          </p:nvSpPr>
          <p:spPr>
            <a:xfrm>
              <a:off x="1090172" y="5836044"/>
              <a:ext cx="538966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陳秀玲</a:t>
              </a:r>
              <a:r>
                <a:rPr lang="zh-TW" altLang="en-US" sz="8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14234E79-A705-0175-80C4-B4EDE64184DE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35" name="圓角矩形 2">
                <a:extLst>
                  <a:ext uri="{FF2B5EF4-FFF2-40B4-BE49-F238E27FC236}">
                    <a16:creationId xmlns:a16="http://schemas.microsoft.com/office/drawing/2014/main" id="{AF402E43-2D60-DC2E-E8B8-115F111A51FA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29F2C134-F7A5-4C8C-FB94-9285CFF65243}"/>
                  </a:ext>
                </a:extLst>
              </p:cNvPr>
              <p:cNvSpPr txBox="1"/>
              <p:nvPr/>
            </p:nvSpPr>
            <p:spPr>
              <a:xfrm>
                <a:off x="1301607" y="5501632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169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90F4F731-20CB-48FD-8A8E-AF9EAFB03ED5}"/>
              </a:ext>
            </a:extLst>
          </p:cNvPr>
          <p:cNvGrpSpPr/>
          <p:nvPr/>
        </p:nvGrpSpPr>
        <p:grpSpPr>
          <a:xfrm>
            <a:off x="1090172" y="5463730"/>
            <a:ext cx="5389664" cy="2423517"/>
            <a:chOff x="1090172" y="5463730"/>
            <a:chExt cx="5389664" cy="2423517"/>
          </a:xfrm>
        </p:grpSpPr>
        <p:sp>
          <p:nvSpPr>
            <p:cNvPr id="11" name="文字方塊 10"/>
            <p:cNvSpPr txBox="1"/>
            <p:nvPr/>
          </p:nvSpPr>
          <p:spPr>
            <a:xfrm>
              <a:off x="1554480" y="7333249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國立中山大學 西灣學院博雅教育中心 </a:t>
              </a:r>
            </a:p>
            <a:p>
              <a:r>
                <a:rPr lang="en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Si Wan College</a:t>
              </a:r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Center for Liberal Arts Education</a:t>
              </a:r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, NSYSU</a:t>
              </a: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1090172" y="5836044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劉叔秋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715F7F60-1509-4211-9397-A88F4D2B2572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65" name="圓角矩形 2">
                <a:extLst>
                  <a:ext uri="{FF2B5EF4-FFF2-40B4-BE49-F238E27FC236}">
                    <a16:creationId xmlns:a16="http://schemas.microsoft.com/office/drawing/2014/main" id="{A011F4F6-6577-4B29-81E5-2D24C211B48C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4A5A1E8-C19D-45A8-BD3A-FC045F64FDB7}"/>
                  </a:ext>
                </a:extLst>
              </p:cNvPr>
              <p:cNvSpPr txBox="1"/>
              <p:nvPr/>
            </p:nvSpPr>
            <p:spPr>
              <a:xfrm>
                <a:off x="1301607" y="5500937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  <p:sp>
        <p:nvSpPr>
          <p:cNvPr id="9" name="矩形 8"/>
          <p:cNvSpPr/>
          <p:nvPr/>
        </p:nvSpPr>
        <p:spPr>
          <a:xfrm>
            <a:off x="1079837" y="5342213"/>
            <a:ext cx="5400000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1079837" y="2669170"/>
            <a:ext cx="5400000" cy="2674800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D02DF5EE-D4A3-42A5-B53F-43C5A689CA5D}"/>
              </a:ext>
            </a:extLst>
          </p:cNvPr>
          <p:cNvGrpSpPr/>
          <p:nvPr/>
        </p:nvGrpSpPr>
        <p:grpSpPr>
          <a:xfrm>
            <a:off x="1079837" y="7069566"/>
            <a:ext cx="5400000" cy="158599"/>
            <a:chOff x="1079837" y="7069566"/>
            <a:chExt cx="5400000" cy="158599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CDC6F333-D926-4459-BE05-E351E1809209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solidFill>
              <a:srgbClr val="6798C0"/>
            </a:solidFill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平行四邊形 61">
              <a:extLst>
                <a:ext uri="{FF2B5EF4-FFF2-40B4-BE49-F238E27FC236}">
                  <a16:creationId xmlns:a16="http://schemas.microsoft.com/office/drawing/2014/main" id="{8BEB5058-DC1C-4FCD-83DF-4FDFDFC83B39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3" name="平行四邊形 62">
              <a:extLst>
                <a:ext uri="{FF2B5EF4-FFF2-40B4-BE49-F238E27FC236}">
                  <a16:creationId xmlns:a16="http://schemas.microsoft.com/office/drawing/2014/main" id="{5BB94853-82B9-4D43-BA03-9A8E598CF25B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8E2B2B18-9E8E-4E53-BAB4-565498F17D27}"/>
              </a:ext>
            </a:extLst>
          </p:cNvPr>
          <p:cNvGrpSpPr/>
          <p:nvPr/>
        </p:nvGrpSpPr>
        <p:grpSpPr>
          <a:xfrm rot="10800000">
            <a:off x="1085311" y="3410555"/>
            <a:ext cx="5400000" cy="158599"/>
            <a:chOff x="1079837" y="7069566"/>
            <a:chExt cx="5400000" cy="158599"/>
          </a:xfrm>
          <a:solidFill>
            <a:srgbClr val="6798C0"/>
          </a:solidFill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A39CEDEA-418C-443F-90B0-1049F4C329AD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grpFill/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4" name="平行四邊形 53">
              <a:extLst>
                <a:ext uri="{FF2B5EF4-FFF2-40B4-BE49-F238E27FC236}">
                  <a16:creationId xmlns:a16="http://schemas.microsoft.com/office/drawing/2014/main" id="{B5711FEC-7EAA-472B-BB45-A9B0DCA92B35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3" name="平行四邊形 52">
              <a:extLst>
                <a:ext uri="{FF2B5EF4-FFF2-40B4-BE49-F238E27FC236}">
                  <a16:creationId xmlns:a16="http://schemas.microsoft.com/office/drawing/2014/main" id="{C9121F08-A317-468F-9A84-F61C6321CE7C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BCAB3325-EF69-4A01-A7C4-238A1709BAC7}"/>
              </a:ext>
            </a:extLst>
          </p:cNvPr>
          <p:cNvGrpSpPr/>
          <p:nvPr/>
        </p:nvGrpSpPr>
        <p:grpSpPr>
          <a:xfrm rot="10800000">
            <a:off x="1081412" y="2788930"/>
            <a:ext cx="5389664" cy="2423517"/>
            <a:chOff x="1090172" y="5463730"/>
            <a:chExt cx="5389664" cy="2423517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56B35CE6-4F18-4B33-9512-07038936FF85}"/>
                </a:ext>
              </a:extLst>
            </p:cNvPr>
            <p:cNvSpPr txBox="1"/>
            <p:nvPr/>
          </p:nvSpPr>
          <p:spPr>
            <a:xfrm>
              <a:off x="1554480" y="7333249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國立中山大學 西灣學院博雅教育中心 </a:t>
              </a:r>
            </a:p>
            <a:p>
              <a:r>
                <a:rPr lang="en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Si Wan College</a:t>
              </a:r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Center for Liberal Arts Education</a:t>
              </a:r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, NSYSU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63244826-9543-4255-8013-44A74998BC70}"/>
                </a:ext>
              </a:extLst>
            </p:cNvPr>
            <p:cNvSpPr txBox="1"/>
            <p:nvPr/>
          </p:nvSpPr>
          <p:spPr>
            <a:xfrm>
              <a:off x="1090172" y="5897599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劉叔秋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7537422F-8E6E-43AF-924F-FEDFCF403C64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35" name="圓角矩形 2">
                <a:extLst>
                  <a:ext uri="{FF2B5EF4-FFF2-40B4-BE49-F238E27FC236}">
                    <a16:creationId xmlns:a16="http://schemas.microsoft.com/office/drawing/2014/main" id="{3B757584-E0F5-4222-A077-5C6EFE841B7B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E6AC735C-0D02-42D7-A3CD-80378F7BE4CE}"/>
                  </a:ext>
                </a:extLst>
              </p:cNvPr>
              <p:cNvSpPr txBox="1"/>
              <p:nvPr/>
            </p:nvSpPr>
            <p:spPr>
              <a:xfrm>
                <a:off x="1301607" y="5501632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2364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C06D4-D78E-CD81-22FB-0CF333CB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>
            <a:extLst>
              <a:ext uri="{FF2B5EF4-FFF2-40B4-BE49-F238E27FC236}">
                <a16:creationId xmlns:a16="http://schemas.microsoft.com/office/drawing/2014/main" id="{659134DE-EF1D-3877-1EC9-F65369781861}"/>
              </a:ext>
            </a:extLst>
          </p:cNvPr>
          <p:cNvGrpSpPr/>
          <p:nvPr/>
        </p:nvGrpSpPr>
        <p:grpSpPr>
          <a:xfrm>
            <a:off x="241843" y="5463730"/>
            <a:ext cx="7153835" cy="2733330"/>
            <a:chOff x="1090172" y="5463730"/>
            <a:chExt cx="5389664" cy="2423517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AEBC6C5A-9169-4884-7A92-85A084648C46}"/>
                </a:ext>
              </a:extLst>
            </p:cNvPr>
            <p:cNvSpPr txBox="1"/>
            <p:nvPr/>
          </p:nvSpPr>
          <p:spPr>
            <a:xfrm>
              <a:off x="1554480" y="7333249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國立中山大學 西灣學院博雅教育中心 </a:t>
              </a:r>
            </a:p>
            <a:p>
              <a:r>
                <a:rPr lang="en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Si Wan College</a:t>
              </a:r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Center for Liberal Arts Education</a:t>
              </a:r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, NSYSU</a:t>
              </a: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C95B1EAF-6393-D020-2F81-997FCAA386CF}"/>
                </a:ext>
              </a:extLst>
            </p:cNvPr>
            <p:cNvSpPr txBox="1"/>
            <p:nvPr/>
          </p:nvSpPr>
          <p:spPr>
            <a:xfrm>
              <a:off x="1090172" y="5836044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劉叔秋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75871CEA-88BE-392D-2F34-24B07D8224AA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65" name="圓角矩形 2">
                <a:extLst>
                  <a:ext uri="{FF2B5EF4-FFF2-40B4-BE49-F238E27FC236}">
                    <a16:creationId xmlns:a16="http://schemas.microsoft.com/office/drawing/2014/main" id="{3FFCCA0A-03BC-531E-84FB-8DF7FA5E81D3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BF8D07C4-BFB4-32B6-3297-FF8359F5B082}"/>
                  </a:ext>
                </a:extLst>
              </p:cNvPr>
              <p:cNvSpPr txBox="1"/>
              <p:nvPr/>
            </p:nvSpPr>
            <p:spPr>
              <a:xfrm>
                <a:off x="1301607" y="5500937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302E744A-DF34-EFC9-8CDA-06B24771C830}"/>
              </a:ext>
            </a:extLst>
          </p:cNvPr>
          <p:cNvSpPr/>
          <p:nvPr/>
        </p:nvSpPr>
        <p:spPr>
          <a:xfrm>
            <a:off x="229880" y="5342213"/>
            <a:ext cx="7167555" cy="3016736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990DD3C-227F-48CE-C974-DC0D2D55F274}"/>
              </a:ext>
            </a:extLst>
          </p:cNvPr>
          <p:cNvSpPr/>
          <p:nvPr/>
        </p:nvSpPr>
        <p:spPr>
          <a:xfrm>
            <a:off x="229880" y="2669170"/>
            <a:ext cx="7167555" cy="3016736"/>
          </a:xfrm>
          <a:prstGeom prst="rect">
            <a:avLst/>
          </a:prstGeom>
          <a:noFill/>
          <a:ln w="3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8694" tIns="49347" rIns="98694" bIns="493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115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5E8518EC-9225-79EC-0205-76095993BFD4}"/>
              </a:ext>
            </a:extLst>
          </p:cNvPr>
          <p:cNvGrpSpPr/>
          <p:nvPr/>
        </p:nvGrpSpPr>
        <p:grpSpPr>
          <a:xfrm>
            <a:off x="229868" y="7069566"/>
            <a:ext cx="7167568" cy="178874"/>
            <a:chOff x="1079837" y="7069566"/>
            <a:chExt cx="5400000" cy="158599"/>
          </a:xfrm>
        </p:grpSpPr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22A3ADE5-AD5F-71F8-728B-0D7F350D126D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solidFill>
              <a:srgbClr val="6798C0"/>
            </a:solidFill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2" name="平行四邊形 61">
              <a:extLst>
                <a:ext uri="{FF2B5EF4-FFF2-40B4-BE49-F238E27FC236}">
                  <a16:creationId xmlns:a16="http://schemas.microsoft.com/office/drawing/2014/main" id="{8DAE5F19-A1EF-3E28-ADC5-582C45C74EFC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63" name="平行四邊形 62">
              <a:extLst>
                <a:ext uri="{FF2B5EF4-FFF2-40B4-BE49-F238E27FC236}">
                  <a16:creationId xmlns:a16="http://schemas.microsoft.com/office/drawing/2014/main" id="{CFAA89F8-4612-0546-0FF8-1969DDFE85D8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0DF65FFB-6066-4D8E-F987-EBF6E4BC1AD8}"/>
              </a:ext>
            </a:extLst>
          </p:cNvPr>
          <p:cNvGrpSpPr/>
          <p:nvPr/>
        </p:nvGrpSpPr>
        <p:grpSpPr>
          <a:xfrm rot="10800000">
            <a:off x="235341" y="3410553"/>
            <a:ext cx="7167568" cy="178874"/>
            <a:chOff x="1079837" y="7069566"/>
            <a:chExt cx="5400000" cy="158599"/>
          </a:xfrm>
          <a:solidFill>
            <a:srgbClr val="6798C0"/>
          </a:solidFill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7C6889FD-10B8-6036-20E0-4C63CF78ECF2}"/>
                </a:ext>
              </a:extLst>
            </p:cNvPr>
            <p:cNvSpPr/>
            <p:nvPr/>
          </p:nvSpPr>
          <p:spPr>
            <a:xfrm>
              <a:off x="1079837" y="7072447"/>
              <a:ext cx="5400000" cy="155718"/>
            </a:xfrm>
            <a:prstGeom prst="rect">
              <a:avLst/>
            </a:prstGeom>
            <a:grpFill/>
            <a:ln>
              <a:solidFill>
                <a:srgbClr val="368F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4" name="平行四邊形 53">
              <a:extLst>
                <a:ext uri="{FF2B5EF4-FFF2-40B4-BE49-F238E27FC236}">
                  <a16:creationId xmlns:a16="http://schemas.microsoft.com/office/drawing/2014/main" id="{E63A6CD7-0A7A-72D5-7730-FFCFEE24911D}"/>
                </a:ext>
              </a:extLst>
            </p:cNvPr>
            <p:cNvSpPr/>
            <p:nvPr/>
          </p:nvSpPr>
          <p:spPr>
            <a:xfrm>
              <a:off x="4996858" y="706956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FDC9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53" name="平行四邊形 52">
              <a:extLst>
                <a:ext uri="{FF2B5EF4-FFF2-40B4-BE49-F238E27FC236}">
                  <a16:creationId xmlns:a16="http://schemas.microsoft.com/office/drawing/2014/main" id="{D97EDB92-3D8E-4E94-95FF-E8A1EE022566}"/>
                </a:ext>
              </a:extLst>
            </p:cNvPr>
            <p:cNvSpPr/>
            <p:nvPr/>
          </p:nvSpPr>
          <p:spPr>
            <a:xfrm>
              <a:off x="4589878" y="7072446"/>
              <a:ext cx="647542" cy="154800"/>
            </a:xfrm>
            <a:prstGeom prst="parallelogram">
              <a:avLst>
                <a:gd name="adj" fmla="val 252709"/>
              </a:avLst>
            </a:prstGeom>
            <a:solidFill>
              <a:srgbClr val="99D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4C5E42C7-3AAD-AAD5-3DC3-18557070A63D}"/>
              </a:ext>
            </a:extLst>
          </p:cNvPr>
          <p:cNvGrpSpPr/>
          <p:nvPr/>
        </p:nvGrpSpPr>
        <p:grpSpPr>
          <a:xfrm rot="10800000">
            <a:off x="233081" y="2788928"/>
            <a:ext cx="7153835" cy="2733330"/>
            <a:chOff x="1090172" y="5463730"/>
            <a:chExt cx="5389664" cy="2423517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05561306-1947-381B-3368-AD47AEEDF8C5}"/>
                </a:ext>
              </a:extLst>
            </p:cNvPr>
            <p:cNvSpPr txBox="1"/>
            <p:nvPr/>
          </p:nvSpPr>
          <p:spPr>
            <a:xfrm>
              <a:off x="1554480" y="7333249"/>
              <a:ext cx="49253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國立中山大學 西灣學院博雅教育中心 </a:t>
              </a:r>
            </a:p>
            <a:p>
              <a:r>
                <a:rPr lang="en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Si Wan College</a:t>
              </a:r>
              <a:r>
                <a:rPr lang="zh-TW" altLang="en-US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</a:t>
              </a:r>
              <a:r>
                <a:rPr lang="en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Center for Liberal Arts Education</a:t>
              </a:r>
              <a:r>
                <a:rPr lang="en-US" altLang="zh-TW" sz="15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, NSYSU</a:t>
              </a: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682B419C-DBBF-DEB7-8604-736792CDB0FB}"/>
                </a:ext>
              </a:extLst>
            </p:cNvPr>
            <p:cNvSpPr txBox="1"/>
            <p:nvPr/>
          </p:nvSpPr>
          <p:spPr>
            <a:xfrm>
              <a:off x="1090172" y="5897599"/>
              <a:ext cx="538966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72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劉叔秋 </a:t>
              </a:r>
              <a:r>
                <a:rPr lang="zh-TW" altLang="en-US" sz="4000" b="1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文鼎中鋼筆行楷" panose="02010609010101010101" pitchFamily="49" charset="-120"/>
                </a:rPr>
                <a:t>教授</a:t>
              </a:r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2DA738B4-3951-CBAF-8A64-F58EE46EFC86}"/>
                </a:ext>
              </a:extLst>
            </p:cNvPr>
            <p:cNvGrpSpPr/>
            <p:nvPr/>
          </p:nvGrpSpPr>
          <p:grpSpPr>
            <a:xfrm>
              <a:off x="1301607" y="5463730"/>
              <a:ext cx="1464590" cy="443746"/>
              <a:chOff x="1301607" y="5463730"/>
              <a:chExt cx="1464590" cy="443746"/>
            </a:xfrm>
          </p:grpSpPr>
          <p:sp>
            <p:nvSpPr>
              <p:cNvPr id="35" name="圓角矩形 2">
                <a:extLst>
                  <a:ext uri="{FF2B5EF4-FFF2-40B4-BE49-F238E27FC236}">
                    <a16:creationId xmlns:a16="http://schemas.microsoft.com/office/drawing/2014/main" id="{41005584-BF8E-F876-655F-EB238E7F46F1}"/>
                  </a:ext>
                </a:extLst>
              </p:cNvPr>
              <p:cNvSpPr/>
              <p:nvPr/>
            </p:nvSpPr>
            <p:spPr>
              <a:xfrm>
                <a:off x="1354376" y="5463730"/>
                <a:ext cx="1359051" cy="443746"/>
              </a:xfrm>
              <a:prstGeom prst="roundRect">
                <a:avLst>
                  <a:gd name="adj" fmla="val 50000"/>
                </a:avLst>
              </a:prstGeom>
              <a:solidFill>
                <a:srgbClr val="FDD85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/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1C316F8F-6B17-01B5-C2E5-BA5AD99743A3}"/>
                  </a:ext>
                </a:extLst>
              </p:cNvPr>
              <p:cNvSpPr txBox="1"/>
              <p:nvPr/>
            </p:nvSpPr>
            <p:spPr>
              <a:xfrm>
                <a:off x="1301607" y="5501632"/>
                <a:ext cx="146459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1800" b="1" dirty="0">
                    <a:solidFill>
                      <a:srgbClr val="5D4F07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口試委員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9094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F0CC933-81F9-BBB6-A222-006DDF31F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7523868" cy="10691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87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480</TotalTime>
  <Words>310</Words>
  <Application>Microsoft Macintosh PowerPoint</Application>
  <PresentationFormat>自訂</PresentationFormat>
  <Paragraphs>50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Ariel</dc:creator>
  <cp:lastModifiedBy>彭瑋婕 09180185</cp:lastModifiedBy>
  <cp:revision>62</cp:revision>
  <cp:lastPrinted>2026-01-01T08:10:27Z</cp:lastPrinted>
  <dcterms:created xsi:type="dcterms:W3CDTF">2021-01-14T06:22:28Z</dcterms:created>
  <dcterms:modified xsi:type="dcterms:W3CDTF">2026-01-30T06:58:39Z</dcterms:modified>
</cp:coreProperties>
</file>